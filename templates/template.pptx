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
  </p:notesMasterIdLst>
  <p:handoutMasterIdLst>
    <p:handoutMasterId r:id="rId8"/>
  </p:handoutMasterIdLst>
  <p:sldIdLst>
    <p:sldId id="627" r:id="rId2"/>
    <p:sldId id="1123" r:id="rId3"/>
    <p:sldId id="256" r:id="rId4"/>
    <p:sldId id="257" r:id="rId5"/>
    <p:sldId id="608"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6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BD2381F-4E12-B522-F0C8-26858002A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438C55D-2141-D770-9FDF-FEB2A9FFD01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1CCCDA-DB13-4C5C-8425-84D29AE9BBBB}" type="datetimeFigureOut">
              <a:rPr lang="zh-CN" altLang="en-US" smtClean="0"/>
              <a:t>2026/5/28</a:t>
            </a:fld>
            <a:endParaRPr lang="zh-CN" altLang="en-US"/>
          </a:p>
        </p:txBody>
      </p:sp>
      <p:sp>
        <p:nvSpPr>
          <p:cNvPr id="4" name="页脚占位符 3">
            <a:extLst>
              <a:ext uri="{FF2B5EF4-FFF2-40B4-BE49-F238E27FC236}">
                <a16:creationId xmlns:a16="http://schemas.microsoft.com/office/drawing/2014/main" id="{E19FB3F4-E145-CA45-8E9D-A7BD1A8149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8614D1FD-43A2-5D26-070A-367E166562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9C62E7-3863-4165-858A-223C3FC2FE77}" type="slidenum">
              <a:rPr lang="zh-CN" altLang="en-US" smtClean="0"/>
              <a:t>‹#›</a:t>
            </a:fld>
            <a:endParaRPr lang="zh-CN" altLang="en-US"/>
          </a:p>
        </p:txBody>
      </p:sp>
    </p:spTree>
    <p:extLst>
      <p:ext uri="{BB962C8B-B14F-4D97-AF65-F5344CB8AC3E}">
        <p14:creationId xmlns:p14="http://schemas.microsoft.com/office/powerpoint/2010/main" val="19183395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124FFC-2CF5-4940-9052-5DCA2998C650}" type="datetimeFigureOut">
              <a:rPr lang="zh-CN" altLang="en-US" smtClean="0"/>
              <a:t>2026/5/28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05CFB2-F39A-44C8-A060-ACC50B5EE47A}" type="slidenum">
              <a:rPr lang="zh-CN" altLang="en-US" smtClean="0"/>
              <a:t>‹#›</a:t>
            </a:fld>
            <a:endParaRPr lang="zh-CN" altLang="en-US"/>
          </a:p>
        </p:txBody>
      </p:sp>
    </p:spTree>
    <p:extLst>
      <p:ext uri="{BB962C8B-B14F-4D97-AF65-F5344CB8AC3E}">
        <p14:creationId xmlns:p14="http://schemas.microsoft.com/office/powerpoint/2010/main" val="41407728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1</a:t>
            </a:fld>
            <a:endParaRPr lang="zh-CN" altLang="en-US"/>
          </a:p>
        </p:txBody>
      </p:sp>
    </p:spTree>
    <p:extLst>
      <p:ext uri="{BB962C8B-B14F-4D97-AF65-F5344CB8AC3E}">
        <p14:creationId xmlns:p14="http://schemas.microsoft.com/office/powerpoint/2010/main" val="3254090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80" y="2025799"/>
            <a:ext cx="6858002" cy="2806407"/>
          </a:xfrm>
          <a:prstGeom prst="homePlate">
            <a:avLst>
              <a:gd name="adj" fmla="val 32231"/>
            </a:avLst>
          </a:prstGeom>
          <a:solidFill>
            <a:srgbClr val="004EA1"/>
          </a:solidFill>
          <a:ln>
            <a:solidFill>
              <a:srgbClr val="004E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3" name="图片 2">
            <a:extLst>
              <a:ext uri="{FF2B5EF4-FFF2-40B4-BE49-F238E27FC236}">
                <a16:creationId xmlns:a16="http://schemas.microsoft.com/office/drawing/2014/main" id="{C551167C-56D4-58EA-10BE-52D358228FE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151979" y="2390590"/>
            <a:ext cx="2412000" cy="2413373"/>
          </a:xfrm>
          <a:prstGeom prst="rect">
            <a:avLst/>
          </a:prstGeom>
        </p:spPr>
      </p:pic>
    </p:spTree>
    <p:extLst>
      <p:ext uri="{BB962C8B-B14F-4D97-AF65-F5344CB8AC3E}">
        <p14:creationId xmlns:p14="http://schemas.microsoft.com/office/powerpoint/2010/main" val="20836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结束页 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1306FD0-0A2B-E6F4-4490-D28B89213C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54535" y="5313310"/>
            <a:ext cx="3619500" cy="685800"/>
          </a:xfrm>
          <a:prstGeom prst="rect">
            <a:avLst/>
          </a:prstGeom>
        </p:spPr>
      </p:pic>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6" y="5156200"/>
            <a:ext cx="2879387" cy="3403600"/>
          </a:xfrm>
          <a:prstGeom prst="homePlate">
            <a:avLst>
              <a:gd name="adj" fmla="val 100000"/>
            </a:avLst>
          </a:prstGeom>
          <a:solidFill>
            <a:srgbClr val="004EA1"/>
          </a:solidFill>
          <a:ln>
            <a:solidFill>
              <a:srgbClr val="004E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rgbClr val="004EA1"/>
          </a:solidFill>
          <a:ln>
            <a:solidFill>
              <a:srgbClr val="004E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rgbClr val="004EA1"/>
          </a:solidFill>
          <a:ln>
            <a:solidFill>
              <a:srgbClr val="004E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4285732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451350" y="675292"/>
            <a:ext cx="5928300" cy="1446550"/>
          </a:xfrm>
          <a:prstGeom prst="rect">
            <a:avLst/>
          </a:prstGeom>
        </p:spPr>
        <p:txBody>
          <a:bodyPr wrap="square">
            <a:spAutoFit/>
          </a:bodyPr>
          <a:lstStyle/>
          <a:p>
            <a:pPr algn="ctr"/>
            <a:r>
              <a:rPr lang="zh-CN" altLang="en-US" sz="4400" b="1" dirty="0">
                <a:solidFill>
                  <a:srgbClr val="002060"/>
                </a:solidFill>
                <a:latin typeface="+mn-ea"/>
                <a:cs typeface="+mn-ea"/>
                <a:sym typeface="+mn-lt"/>
              </a:rPr>
              <a:t>大大大大标题</a:t>
            </a:r>
            <a:br>
              <a:rPr lang="en-US" altLang="zh-CN" sz="4400" b="1" dirty="0">
                <a:solidFill>
                  <a:srgbClr val="002060"/>
                </a:solidFill>
                <a:latin typeface="+mn-ea"/>
                <a:cs typeface="+mn-ea"/>
                <a:sym typeface="+mn-lt"/>
              </a:rPr>
            </a:br>
            <a:r>
              <a:rPr lang="zh-CN" altLang="en-US" sz="4400" b="1" dirty="0">
                <a:solidFill>
                  <a:srgbClr val="002060"/>
                </a:solidFill>
                <a:latin typeface="+mn-ea"/>
                <a:cs typeface="+mn-ea"/>
                <a:sym typeface="+mn-lt"/>
              </a:rPr>
              <a:t>子标题</a:t>
            </a:r>
          </a:p>
        </p:txBody>
      </p:sp>
      <p:cxnSp>
        <p:nvCxnSpPr>
          <p:cNvPr id="16" name="直接连接符 15">
            <a:extLst>
              <a:ext uri="{FF2B5EF4-FFF2-40B4-BE49-F238E27FC236}">
                <a16:creationId xmlns:a16="http://schemas.microsoft.com/office/drawing/2014/main" id="{F12F855B-6482-4247-8DD0-5666489F33A1}"/>
              </a:ext>
            </a:extLst>
          </p:cNvPr>
          <p:cNvCxnSpPr>
            <a:cxnSpLocks/>
          </p:cNvCxnSpPr>
          <p:nvPr/>
        </p:nvCxnSpPr>
        <p:spPr>
          <a:xfrm>
            <a:off x="4812624" y="2714457"/>
            <a:ext cx="0" cy="2872253"/>
          </a:xfrm>
          <a:prstGeom prst="line">
            <a:avLst/>
          </a:prstGeom>
          <a:ln w="50800" cmpd="thickThi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B696F87A-50D9-4A47-8F75-C4FC6260D652}"/>
              </a:ext>
            </a:extLst>
          </p:cNvPr>
          <p:cNvSpPr/>
          <p:nvPr/>
        </p:nvSpPr>
        <p:spPr>
          <a:xfrm>
            <a:off x="5072158" y="2670115"/>
            <a:ext cx="6299198" cy="2813655"/>
          </a:xfrm>
          <a:prstGeom prst="rect">
            <a:avLst/>
          </a:prstGeom>
        </p:spPr>
        <p:txBody>
          <a:bodyPr wrap="square">
            <a:spAutoFit/>
          </a:bodyPr>
          <a:lstStyle/>
          <a:p>
            <a:pPr>
              <a:lnSpc>
                <a:spcPct val="130000"/>
              </a:lnSpc>
            </a:pPr>
            <a:r>
              <a:rPr lang="zh-CN" altLang="en-US" sz="2800" b="1" dirty="0">
                <a:latin typeface="+mn-ea"/>
                <a:cs typeface="+mn-ea"/>
                <a:sym typeface="+mn-lt"/>
              </a:rPr>
              <a:t>申 请 人 ：</a:t>
            </a:r>
            <a:endParaRPr lang="en-US" altLang="zh-CN" sz="2800" b="1" dirty="0">
              <a:solidFill>
                <a:srgbClr val="002060"/>
              </a:solidFill>
              <a:latin typeface="+mn-ea"/>
              <a:cs typeface="+mn-ea"/>
              <a:sym typeface="+mn-lt"/>
            </a:endParaRPr>
          </a:p>
          <a:p>
            <a:pPr>
              <a:lnSpc>
                <a:spcPct val="130000"/>
              </a:lnSpc>
            </a:pPr>
            <a:r>
              <a:rPr lang="zh-CN" altLang="en-US" sz="2800" b="1" dirty="0">
                <a:latin typeface="+mn-ea"/>
                <a:cs typeface="+mn-ea"/>
                <a:sym typeface="+mn-lt"/>
              </a:rPr>
              <a:t>硕士导师：</a:t>
            </a:r>
            <a:endParaRPr lang="en-US" altLang="zh-CN" sz="2800" b="1" dirty="0">
              <a:solidFill>
                <a:srgbClr val="002060"/>
              </a:solidFill>
              <a:latin typeface="+mn-ea"/>
              <a:cs typeface="+mn-ea"/>
              <a:sym typeface="+mn-lt"/>
            </a:endParaRPr>
          </a:p>
          <a:p>
            <a:pPr>
              <a:lnSpc>
                <a:spcPct val="130000"/>
              </a:lnSpc>
            </a:pPr>
            <a:r>
              <a:rPr lang="zh-CN" altLang="en-US" sz="2800" b="1" dirty="0">
                <a:latin typeface="+mn-ea"/>
                <a:cs typeface="+mn-ea"/>
                <a:sym typeface="+mn-lt"/>
              </a:rPr>
              <a:t>硕士专业：</a:t>
            </a:r>
            <a:endParaRPr lang="en-US" altLang="zh-CN" sz="2800" b="1" dirty="0">
              <a:solidFill>
                <a:srgbClr val="002060"/>
              </a:solidFill>
              <a:latin typeface="+mn-ea"/>
              <a:cs typeface="+mn-ea"/>
              <a:sym typeface="+mn-lt"/>
            </a:endParaRPr>
          </a:p>
          <a:p>
            <a:pPr>
              <a:lnSpc>
                <a:spcPct val="130000"/>
              </a:lnSpc>
            </a:pPr>
            <a:r>
              <a:rPr lang="zh-CN" altLang="en-US" sz="2800" b="1" dirty="0">
                <a:latin typeface="+mn-ea"/>
                <a:cs typeface="+mn-ea"/>
                <a:sym typeface="+mn-lt"/>
              </a:rPr>
              <a:t>报考导师：</a:t>
            </a:r>
            <a:endParaRPr lang="en-US" altLang="zh-CN" sz="2800" b="1" dirty="0">
              <a:solidFill>
                <a:srgbClr val="002060"/>
              </a:solidFill>
              <a:latin typeface="+mn-ea"/>
              <a:cs typeface="+mn-ea"/>
              <a:sym typeface="+mn-lt"/>
            </a:endParaRPr>
          </a:p>
          <a:p>
            <a:pPr>
              <a:lnSpc>
                <a:spcPct val="130000"/>
              </a:lnSpc>
            </a:pPr>
            <a:r>
              <a:rPr lang="zh-CN" altLang="en-US" sz="2800" b="1" dirty="0">
                <a:latin typeface="+mn-ea"/>
                <a:cs typeface="+mn-ea"/>
                <a:sym typeface="+mn-lt"/>
              </a:rPr>
              <a:t>申请专业：</a:t>
            </a:r>
            <a:endParaRPr lang="zh-CN" altLang="en-US" sz="2800" b="1" dirty="0">
              <a:solidFill>
                <a:srgbClr val="002060"/>
              </a:solidFill>
              <a:latin typeface="+mn-ea"/>
              <a:cs typeface="+mn-ea"/>
              <a:sym typeface="+mn-lt"/>
            </a:endParaRPr>
          </a:p>
        </p:txBody>
      </p:sp>
      <p:sp>
        <p:nvSpPr>
          <p:cNvPr id="2" name="文本框 1">
            <a:extLst>
              <a:ext uri="{FF2B5EF4-FFF2-40B4-BE49-F238E27FC236}">
                <a16:creationId xmlns:a16="http://schemas.microsoft.com/office/drawing/2014/main" id="{426A49E7-A04B-B205-62F1-496FE5CE13A2}"/>
              </a:ext>
            </a:extLst>
          </p:cNvPr>
          <p:cNvSpPr txBox="1"/>
          <p:nvPr/>
        </p:nvSpPr>
        <p:spPr>
          <a:xfrm>
            <a:off x="6411058" y="5864998"/>
            <a:ext cx="2008883" cy="523220"/>
          </a:xfrm>
          <a:prstGeom prst="rect">
            <a:avLst/>
          </a:prstGeom>
          <a:noFill/>
        </p:spPr>
        <p:txBody>
          <a:bodyPr wrap="none" rtlCol="0">
            <a:spAutoFit/>
          </a:bodyPr>
          <a:lstStyle/>
          <a:p>
            <a:r>
              <a:rPr lang="en-US" altLang="zh-CN" sz="2800" b="1" dirty="0">
                <a:solidFill>
                  <a:srgbClr val="002060"/>
                </a:solidFill>
                <a:latin typeface="+mn-ea"/>
              </a:rPr>
              <a:t>2025</a:t>
            </a:r>
            <a:r>
              <a:rPr lang="zh-CN" altLang="en-US" sz="2800" b="1" dirty="0">
                <a:solidFill>
                  <a:srgbClr val="002060"/>
                </a:solidFill>
                <a:latin typeface="+mn-ea"/>
              </a:rPr>
              <a:t>年</a:t>
            </a:r>
            <a:r>
              <a:rPr lang="en-US" altLang="zh-CN" sz="2800" b="1" dirty="0">
                <a:solidFill>
                  <a:srgbClr val="002060"/>
                </a:solidFill>
                <a:latin typeface="+mn-ea"/>
              </a:rPr>
              <a:t>5</a:t>
            </a:r>
            <a:r>
              <a:rPr lang="zh-CN" altLang="en-US" sz="2800" b="1" dirty="0">
                <a:solidFill>
                  <a:srgbClr val="002060"/>
                </a:solidFill>
                <a:latin typeface="+mn-ea"/>
              </a:rPr>
              <a:t>月</a:t>
            </a:r>
          </a:p>
        </p:txBody>
      </p:sp>
    </p:spTree>
    <p:extLst>
      <p:ext uri="{BB962C8B-B14F-4D97-AF65-F5344CB8AC3E}">
        <p14:creationId xmlns:p14="http://schemas.microsoft.com/office/powerpoint/2010/main" val="3468031502"/>
      </p:ext>
    </p:extLst>
  </p:cSld>
  <p:clrMapOvr>
    <a:masterClrMapping/>
  </p:clrMapOvr>
  <mc:AlternateContent xmlns:mc="http://schemas.openxmlformats.org/markup-compatibility/2006" xmlns:p14="http://schemas.microsoft.com/office/powerpoint/2010/main">
    <mc:Choice Requires="p14">
      <p:transition spd="slow" p14:dur="2000" advTm="20326"/>
    </mc:Choice>
    <mc:Fallback xmlns="">
      <p:transition spd="slow" advTm="203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A6A70-6DBF-3110-D3A4-CC2EE9085B4A}"/>
            </a:ext>
          </a:extLst>
        </p:cNvPr>
        <p:cNvGrpSpPr/>
        <p:nvPr/>
      </p:nvGrpSpPr>
      <p:grpSpPr>
        <a:xfrm>
          <a:off x="0" y="0"/>
          <a:ext cx="0" cy="0"/>
          <a:chOff x="0" y="0"/>
          <a:chExt cx="0" cy="0"/>
        </a:xfrm>
      </p:grpSpPr>
      <p:pic>
        <p:nvPicPr>
          <p:cNvPr id="20" name="图片 19">
            <a:extLst>
              <a:ext uri="{FF2B5EF4-FFF2-40B4-BE49-F238E27FC236}">
                <a16:creationId xmlns:a16="http://schemas.microsoft.com/office/drawing/2014/main" id="{19B4A596-CA86-4797-4B58-915DD9A6E508}"/>
              </a:ext>
            </a:extLst>
          </p:cNvPr>
          <p:cNvPicPr>
            <a:picLocks noChangeAspect="1"/>
          </p:cNvPicPr>
          <p:nvPr/>
        </p:nvPicPr>
        <p:blipFill>
          <a:blip r:embed="rId2">
            <a:alphaModFix amt="20000"/>
          </a:blip>
          <a:stretch>
            <a:fillRect/>
          </a:stretch>
        </p:blipFill>
        <p:spPr>
          <a:xfrm>
            <a:off x="1" y="933449"/>
            <a:ext cx="12192000" cy="5947689"/>
          </a:xfrm>
          <a:prstGeom prst="rect">
            <a:avLst/>
          </a:prstGeom>
        </p:spPr>
      </p:pic>
      <p:sp>
        <p:nvSpPr>
          <p:cNvPr id="2" name="Rectangle 1">
            <a:extLst>
              <a:ext uri="{FF2B5EF4-FFF2-40B4-BE49-F238E27FC236}">
                <a16:creationId xmlns:a16="http://schemas.microsoft.com/office/drawing/2014/main" id="{9DC20C87-4A4E-E65F-CE47-C0C8A3B56401}"/>
              </a:ext>
            </a:extLst>
          </p:cNvPr>
          <p:cNvSpPr/>
          <p:nvPr/>
        </p:nvSpPr>
        <p:spPr>
          <a:xfrm>
            <a:off x="0" y="857250"/>
            <a:ext cx="7905750" cy="76200"/>
          </a:xfrm>
          <a:prstGeom prst="rect">
            <a:avLst/>
          </a:prstGeom>
          <a:solidFill>
            <a:srgbClr val="5B8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a:extLst>
              <a:ext uri="{FF2B5EF4-FFF2-40B4-BE49-F238E27FC236}">
                <a16:creationId xmlns:a16="http://schemas.microsoft.com/office/drawing/2014/main" id="{3DB4759A-F894-902F-2DE5-CDA2E7D838E6}"/>
              </a:ext>
            </a:extLst>
          </p:cNvPr>
          <p:cNvSpPr/>
          <p:nvPr/>
        </p:nvSpPr>
        <p:spPr>
          <a:xfrm>
            <a:off x="8096250" y="885825"/>
            <a:ext cx="4095750" cy="28575"/>
          </a:xfrm>
          <a:prstGeom prst="rect">
            <a:avLst/>
          </a:prstGeom>
          <a:solidFill>
            <a:srgbClr val="9C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pic>
        <p:nvPicPr>
          <p:cNvPr id="4" name="Picture 3" descr="heu_logo_color.png">
            <a:extLst>
              <a:ext uri="{FF2B5EF4-FFF2-40B4-BE49-F238E27FC236}">
                <a16:creationId xmlns:a16="http://schemas.microsoft.com/office/drawing/2014/main" id="{BA517AA6-843B-2757-956A-31B08EF46A20}"/>
              </a:ext>
            </a:extLst>
          </p:cNvPr>
          <p:cNvPicPr>
            <a:picLocks noChangeAspect="1"/>
          </p:cNvPicPr>
          <p:nvPr/>
        </p:nvPicPr>
        <p:blipFill>
          <a:blip r:embed="rId3"/>
          <a:stretch>
            <a:fillRect/>
          </a:stretch>
        </p:blipFill>
        <p:spPr>
          <a:xfrm>
            <a:off x="9577062" y="158750"/>
            <a:ext cx="2329188" cy="619125"/>
          </a:xfrm>
          <a:prstGeom prst="rect">
            <a:avLst/>
          </a:prstGeom>
        </p:spPr>
      </p:pic>
      <p:sp>
        <p:nvSpPr>
          <p:cNvPr id="6" name="TextBox 5">
            <a:extLst>
              <a:ext uri="{FF2B5EF4-FFF2-40B4-BE49-F238E27FC236}">
                <a16:creationId xmlns:a16="http://schemas.microsoft.com/office/drawing/2014/main" id="{81040C72-4707-960E-07F7-1BDF40ACAAED}"/>
              </a:ext>
            </a:extLst>
          </p:cNvPr>
          <p:cNvSpPr txBox="1"/>
          <p:nvPr/>
        </p:nvSpPr>
        <p:spPr>
          <a:xfrm>
            <a:off x="101481" y="6511806"/>
            <a:ext cx="2087431" cy="369332"/>
          </a:xfrm>
          <a:prstGeom prst="rect">
            <a:avLst/>
          </a:prstGeom>
          <a:noFill/>
        </p:spPr>
        <p:txBody>
          <a:bodyPr wrap="none">
            <a:spAutoFit/>
          </a:bodyPr>
          <a:lstStyle/>
          <a:p>
            <a:pPr>
              <a:defRPr sz="1800">
                <a:solidFill>
                  <a:srgbClr val="1E1E1E"/>
                </a:solidFill>
                <a:latin typeface="KaiTi"/>
              </a:defRPr>
            </a:pPr>
            <a:r>
              <a:rPr dirty="0" err="1">
                <a:solidFill>
                  <a:schemeClr val="tx1">
                    <a:lumMod val="50000"/>
                    <a:lumOff val="50000"/>
                  </a:schemeClr>
                </a:solidFill>
                <a:latin typeface="华文行楷" panose="02010800040101010101" pitchFamily="2" charset="-122"/>
                <a:ea typeface="华文行楷" panose="02010800040101010101" pitchFamily="2" charset="-122"/>
              </a:rPr>
              <a:t>大工至善</a:t>
            </a:r>
            <a:r>
              <a:rPr dirty="0">
                <a:solidFill>
                  <a:schemeClr val="tx1">
                    <a:lumMod val="50000"/>
                    <a:lumOff val="50000"/>
                  </a:schemeClr>
                </a:solidFill>
                <a:latin typeface="华文行楷" panose="02010800040101010101" pitchFamily="2" charset="-122"/>
                <a:ea typeface="华文行楷" panose="02010800040101010101" pitchFamily="2" charset="-122"/>
              </a:rPr>
              <a:t> </a:t>
            </a:r>
            <a:r>
              <a:rPr dirty="0" err="1">
                <a:solidFill>
                  <a:schemeClr val="tx1">
                    <a:lumMod val="50000"/>
                    <a:lumOff val="50000"/>
                  </a:schemeClr>
                </a:solidFill>
                <a:latin typeface="华文行楷" panose="02010800040101010101" pitchFamily="2" charset="-122"/>
                <a:ea typeface="华文行楷" panose="02010800040101010101" pitchFamily="2" charset="-122"/>
              </a:rPr>
              <a:t>大学至真</a:t>
            </a:r>
            <a:endParaRPr dirty="0">
              <a:solidFill>
                <a:schemeClr val="tx1">
                  <a:lumMod val="50000"/>
                  <a:lumOff val="50000"/>
                </a:schemeClr>
              </a:solidFill>
              <a:latin typeface="华文行楷" panose="02010800040101010101" pitchFamily="2" charset="-122"/>
              <a:ea typeface="华文行楷" panose="02010800040101010101" pitchFamily="2" charset="-122"/>
            </a:endParaRPr>
          </a:p>
        </p:txBody>
      </p:sp>
      <p:sp>
        <p:nvSpPr>
          <p:cNvPr id="8" name="灯片编号占位符 7">
            <a:extLst>
              <a:ext uri="{FF2B5EF4-FFF2-40B4-BE49-F238E27FC236}">
                <a16:creationId xmlns:a16="http://schemas.microsoft.com/office/drawing/2014/main" id="{82A23D43-682B-9544-EDDC-734E4CB9FE2C}"/>
              </a:ext>
            </a:extLst>
          </p:cNvPr>
          <p:cNvSpPr>
            <a:spLocks noGrp="1"/>
          </p:cNvSpPr>
          <p:nvPr>
            <p:ph type="sldNum" sz="quarter" idx="12"/>
          </p:nvPr>
        </p:nvSpPr>
        <p:spPr>
          <a:xfrm>
            <a:off x="11423769" y="6492875"/>
            <a:ext cx="482481" cy="365125"/>
          </a:xfrm>
        </p:spPr>
        <p:txBody>
          <a:bodyPr/>
          <a:lstStyle/>
          <a:p>
            <a:fld id="{C1FF6DA9-008F-8B48-92A6-B652298478BF}" type="slidenum">
              <a:rPr lang="en-US" sz="1400" smtClean="0">
                <a:latin typeface="Times New Roman" panose="02020603050405020304" pitchFamily="18" charset="0"/>
                <a:cs typeface="Times New Roman" panose="02020603050405020304" pitchFamily="18" charset="0"/>
              </a:rPr>
              <a:t>2</a:t>
            </a:fld>
            <a:endParaRPr lang="en-US" sz="1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F124995C-5DF0-FA7D-6D31-5EF2350E5D83}"/>
              </a:ext>
            </a:extLst>
          </p:cNvPr>
          <p:cNvSpPr txBox="1"/>
          <p:nvPr/>
        </p:nvSpPr>
        <p:spPr>
          <a:xfrm>
            <a:off x="1544816" y="2198122"/>
            <a:ext cx="1940429" cy="923330"/>
          </a:xfrm>
          <a:prstGeom prst="rect">
            <a:avLst/>
          </a:prstGeom>
          <a:noFill/>
        </p:spPr>
        <p:txBody>
          <a:bodyPr wrap="square">
            <a:spAutoFit/>
          </a:bodyPr>
          <a:lstStyle/>
          <a:p>
            <a:pPr algn="l">
              <a:buNone/>
            </a:pPr>
            <a:r>
              <a:rPr lang="zh-CN" altLang="en-US" sz="5400" b="1" i="0" dirty="0">
                <a:solidFill>
                  <a:srgbClr val="4472C4"/>
                </a:solidFill>
                <a:effectLst/>
                <a:latin typeface="微软雅黑" panose="020B0503020204020204" pitchFamily="34" charset="-122"/>
                <a:ea typeface="微软雅黑" panose="020B0503020204020204" pitchFamily="34" charset="-122"/>
              </a:rPr>
              <a:t>目 录</a:t>
            </a:r>
          </a:p>
        </p:txBody>
      </p:sp>
      <p:sp>
        <p:nvSpPr>
          <p:cNvPr id="14" name="文本框 13">
            <a:extLst>
              <a:ext uri="{FF2B5EF4-FFF2-40B4-BE49-F238E27FC236}">
                <a16:creationId xmlns:a16="http://schemas.microsoft.com/office/drawing/2014/main" id="{93E71E45-DD13-3368-C8CF-269BFD1CC408}"/>
              </a:ext>
            </a:extLst>
          </p:cNvPr>
          <p:cNvSpPr txBox="1"/>
          <p:nvPr/>
        </p:nvSpPr>
        <p:spPr>
          <a:xfrm rot="16200000">
            <a:off x="415898" y="4112215"/>
            <a:ext cx="1984045" cy="461665"/>
          </a:xfrm>
          <a:prstGeom prst="rect">
            <a:avLst/>
          </a:prstGeom>
          <a:noFill/>
        </p:spPr>
        <p:txBody>
          <a:bodyPr wrap="square">
            <a:spAutoFit/>
          </a:bodyPr>
          <a:lstStyle/>
          <a:p>
            <a:r>
              <a:rPr lang="en-US" altLang="zh-CN" sz="2400" b="1" i="0" dirty="0">
                <a:solidFill>
                  <a:srgbClr val="4472C4"/>
                </a:solidFill>
                <a:effectLst/>
                <a:latin typeface="Times New Roman" panose="02020603050405020304" pitchFamily="18" charset="0"/>
              </a:rPr>
              <a:t>CONTENTS</a:t>
            </a:r>
            <a:endParaRPr lang="zh-CN" altLang="en-US" sz="2400" dirty="0"/>
          </a:p>
        </p:txBody>
      </p:sp>
      <p:grpSp>
        <p:nvGrpSpPr>
          <p:cNvPr id="37" name="组合 36">
            <a:extLst>
              <a:ext uri="{FF2B5EF4-FFF2-40B4-BE49-F238E27FC236}">
                <a16:creationId xmlns:a16="http://schemas.microsoft.com/office/drawing/2014/main" id="{2E3B8865-231C-7B52-AD5D-2BBE34FCD279}"/>
              </a:ext>
            </a:extLst>
          </p:cNvPr>
          <p:cNvGrpSpPr/>
          <p:nvPr/>
        </p:nvGrpSpPr>
        <p:grpSpPr>
          <a:xfrm>
            <a:off x="3764213" y="2245666"/>
            <a:ext cx="7430778" cy="828243"/>
            <a:chOff x="3764213" y="2340052"/>
            <a:chExt cx="7430778" cy="828243"/>
          </a:xfrm>
        </p:grpSpPr>
        <p:sp>
          <p:nvSpPr>
            <p:cNvPr id="35" name="矩形 34">
              <a:extLst>
                <a:ext uri="{FF2B5EF4-FFF2-40B4-BE49-F238E27FC236}">
                  <a16:creationId xmlns:a16="http://schemas.microsoft.com/office/drawing/2014/main" id="{0429D99D-26ED-BDA9-CCA1-E0CCD913A8D1}"/>
                </a:ext>
              </a:extLst>
            </p:cNvPr>
            <p:cNvSpPr/>
            <p:nvPr/>
          </p:nvSpPr>
          <p:spPr>
            <a:xfrm>
              <a:off x="4683095" y="2340053"/>
              <a:ext cx="6511896" cy="828242"/>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p>
          </p:txBody>
        </p:sp>
        <p:grpSp>
          <p:nvGrpSpPr>
            <p:cNvPr id="36" name="组合 35">
              <a:extLst>
                <a:ext uri="{FF2B5EF4-FFF2-40B4-BE49-F238E27FC236}">
                  <a16:creationId xmlns:a16="http://schemas.microsoft.com/office/drawing/2014/main" id="{6C8722E9-BC34-C843-2157-929E36C5CAC7}"/>
                </a:ext>
              </a:extLst>
            </p:cNvPr>
            <p:cNvGrpSpPr/>
            <p:nvPr/>
          </p:nvGrpSpPr>
          <p:grpSpPr>
            <a:xfrm>
              <a:off x="3764213" y="2340052"/>
              <a:ext cx="7281851" cy="828242"/>
              <a:chOff x="3764213" y="2340052"/>
              <a:chExt cx="7281851" cy="828242"/>
            </a:xfrm>
          </p:grpSpPr>
          <p:sp>
            <p:nvSpPr>
              <p:cNvPr id="23" name="矩形 22">
                <a:extLst>
                  <a:ext uri="{FF2B5EF4-FFF2-40B4-BE49-F238E27FC236}">
                    <a16:creationId xmlns:a16="http://schemas.microsoft.com/office/drawing/2014/main" id="{5F34FEA5-93BB-508D-5202-20AD1F420185}"/>
                  </a:ext>
                </a:extLst>
              </p:cNvPr>
              <p:cNvSpPr/>
              <p:nvPr/>
            </p:nvSpPr>
            <p:spPr>
              <a:xfrm>
                <a:off x="3764213" y="2340052"/>
                <a:ext cx="838368" cy="828242"/>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2">
                        <a:lumMod val="60000"/>
                        <a:lumOff val="40000"/>
                      </a:schemeClr>
                    </a:solidFill>
                    <a:latin typeface="Times New Roman" panose="02020603050405020304" pitchFamily="18" charset="0"/>
                    <a:cs typeface="Times New Roman" panose="02020603050405020304" pitchFamily="18" charset="0"/>
                  </a:rPr>
                  <a:t>01</a:t>
                </a:r>
                <a:endParaRPr lang="zh-CN" altLang="en-US" sz="3200"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AB363602-4125-BF21-8D4F-D06F6EF04BE6}"/>
                  </a:ext>
                </a:extLst>
              </p:cNvPr>
              <p:cNvSpPr txBox="1"/>
              <p:nvPr/>
            </p:nvSpPr>
            <p:spPr>
              <a:xfrm>
                <a:off x="4765435" y="2489134"/>
                <a:ext cx="6280629" cy="584775"/>
              </a:xfrm>
              <a:prstGeom prst="rect">
                <a:avLst/>
              </a:prstGeom>
              <a:noFill/>
            </p:spPr>
            <p:txBody>
              <a:bodyPr wrap="square">
                <a:spAutoFit/>
              </a:bodyPr>
              <a:lstStyle/>
              <a:p>
                <a:r>
                  <a:rPr lang="zh-CN" altLang="en-US" sz="3200" b="1" i="0" dirty="0">
                    <a:solidFill>
                      <a:schemeClr val="bg1"/>
                    </a:solidFill>
                    <a:effectLst/>
                    <a:latin typeface="微软雅黑" panose="020B0503020204020204" pitchFamily="34" charset="-122"/>
                    <a:ea typeface="微软雅黑" panose="020B0503020204020204" pitchFamily="34" charset="-122"/>
                  </a:rPr>
                  <a:t>项目背景介绍</a:t>
                </a:r>
                <a:endParaRPr lang="zh-CN" altLang="en-US" sz="3200" dirty="0">
                  <a:solidFill>
                    <a:schemeClr val="bg1"/>
                  </a:solidFill>
                </a:endParaRPr>
              </a:p>
            </p:txBody>
          </p:sp>
        </p:grpSp>
      </p:grpSp>
      <p:grpSp>
        <p:nvGrpSpPr>
          <p:cNvPr id="38" name="组合 37">
            <a:extLst>
              <a:ext uri="{FF2B5EF4-FFF2-40B4-BE49-F238E27FC236}">
                <a16:creationId xmlns:a16="http://schemas.microsoft.com/office/drawing/2014/main" id="{17467F9C-5F5F-6A6B-D04C-6A9234B88731}"/>
              </a:ext>
            </a:extLst>
          </p:cNvPr>
          <p:cNvGrpSpPr/>
          <p:nvPr/>
        </p:nvGrpSpPr>
        <p:grpSpPr>
          <a:xfrm>
            <a:off x="3764213" y="3369970"/>
            <a:ext cx="7430778" cy="828243"/>
            <a:chOff x="3764213" y="2340052"/>
            <a:chExt cx="7430778" cy="828243"/>
          </a:xfrm>
        </p:grpSpPr>
        <p:sp>
          <p:nvSpPr>
            <p:cNvPr id="39" name="矩形 38">
              <a:extLst>
                <a:ext uri="{FF2B5EF4-FFF2-40B4-BE49-F238E27FC236}">
                  <a16:creationId xmlns:a16="http://schemas.microsoft.com/office/drawing/2014/main" id="{5117683B-2C85-78B3-B40B-6E27F16F61C4}"/>
                </a:ext>
              </a:extLst>
            </p:cNvPr>
            <p:cNvSpPr/>
            <p:nvPr/>
          </p:nvSpPr>
          <p:spPr>
            <a:xfrm>
              <a:off x="4683095" y="2340053"/>
              <a:ext cx="6511896" cy="828242"/>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p>
          </p:txBody>
        </p:sp>
        <p:grpSp>
          <p:nvGrpSpPr>
            <p:cNvPr id="40" name="组合 39">
              <a:extLst>
                <a:ext uri="{FF2B5EF4-FFF2-40B4-BE49-F238E27FC236}">
                  <a16:creationId xmlns:a16="http://schemas.microsoft.com/office/drawing/2014/main" id="{C164E9A1-6A7A-B199-DD42-D0B7F86ACAA2}"/>
                </a:ext>
              </a:extLst>
            </p:cNvPr>
            <p:cNvGrpSpPr/>
            <p:nvPr/>
          </p:nvGrpSpPr>
          <p:grpSpPr>
            <a:xfrm>
              <a:off x="3764213" y="2340052"/>
              <a:ext cx="7281851" cy="828242"/>
              <a:chOff x="3764213" y="2340052"/>
              <a:chExt cx="7281851" cy="828242"/>
            </a:xfrm>
          </p:grpSpPr>
          <p:sp>
            <p:nvSpPr>
              <p:cNvPr id="41" name="矩形 40">
                <a:extLst>
                  <a:ext uri="{FF2B5EF4-FFF2-40B4-BE49-F238E27FC236}">
                    <a16:creationId xmlns:a16="http://schemas.microsoft.com/office/drawing/2014/main" id="{3F61FE46-0EE6-524C-A7FA-21F09558ABF6}"/>
                  </a:ext>
                </a:extLst>
              </p:cNvPr>
              <p:cNvSpPr/>
              <p:nvPr/>
            </p:nvSpPr>
            <p:spPr>
              <a:xfrm>
                <a:off x="3764213" y="2340052"/>
                <a:ext cx="838368" cy="828242"/>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2">
                        <a:lumMod val="60000"/>
                        <a:lumOff val="40000"/>
                      </a:schemeClr>
                    </a:solidFill>
                    <a:latin typeface="Times New Roman" panose="02020603050405020304" pitchFamily="18" charset="0"/>
                    <a:cs typeface="Times New Roman" panose="02020603050405020304" pitchFamily="18" charset="0"/>
                  </a:rPr>
                  <a:t>01</a:t>
                </a:r>
                <a:endParaRPr lang="zh-CN" altLang="en-US" sz="3200"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D4DDBAB5-C737-0AE3-6C2D-9FF3D3E12E94}"/>
                  </a:ext>
                </a:extLst>
              </p:cNvPr>
              <p:cNvSpPr txBox="1"/>
              <p:nvPr/>
            </p:nvSpPr>
            <p:spPr>
              <a:xfrm>
                <a:off x="4765435" y="2489134"/>
                <a:ext cx="6280629" cy="584775"/>
              </a:xfrm>
              <a:prstGeom prst="rect">
                <a:avLst/>
              </a:prstGeom>
              <a:noFill/>
            </p:spPr>
            <p:txBody>
              <a:bodyPr wrap="square">
                <a:spAutoFit/>
              </a:bodyPr>
              <a:lstStyle/>
              <a:p>
                <a:r>
                  <a:rPr lang="zh-CN" altLang="en-US" sz="3200" b="1" i="0" dirty="0">
                    <a:solidFill>
                      <a:schemeClr val="bg1"/>
                    </a:solidFill>
                    <a:effectLst/>
                    <a:latin typeface="微软雅黑" panose="020B0503020204020204" pitchFamily="34" charset="-122"/>
                    <a:ea typeface="微软雅黑" panose="020B0503020204020204" pitchFamily="34" charset="-122"/>
                  </a:rPr>
                  <a:t>项目背景介绍</a:t>
                </a:r>
                <a:endParaRPr lang="zh-CN" altLang="en-US" sz="3200" dirty="0">
                  <a:solidFill>
                    <a:schemeClr val="bg1"/>
                  </a:solidFill>
                </a:endParaRPr>
              </a:p>
            </p:txBody>
          </p:sp>
        </p:grpSp>
      </p:grpSp>
      <p:grpSp>
        <p:nvGrpSpPr>
          <p:cNvPr id="43" name="组合 42">
            <a:extLst>
              <a:ext uri="{FF2B5EF4-FFF2-40B4-BE49-F238E27FC236}">
                <a16:creationId xmlns:a16="http://schemas.microsoft.com/office/drawing/2014/main" id="{F313543C-4E06-4D47-42B1-F622524BEEB4}"/>
              </a:ext>
            </a:extLst>
          </p:cNvPr>
          <p:cNvGrpSpPr/>
          <p:nvPr/>
        </p:nvGrpSpPr>
        <p:grpSpPr>
          <a:xfrm>
            <a:off x="3764213" y="4506827"/>
            <a:ext cx="7430778" cy="828243"/>
            <a:chOff x="3764213" y="2340052"/>
            <a:chExt cx="7430778" cy="828243"/>
          </a:xfrm>
        </p:grpSpPr>
        <p:sp>
          <p:nvSpPr>
            <p:cNvPr id="44" name="矩形 43">
              <a:extLst>
                <a:ext uri="{FF2B5EF4-FFF2-40B4-BE49-F238E27FC236}">
                  <a16:creationId xmlns:a16="http://schemas.microsoft.com/office/drawing/2014/main" id="{DCED9EC4-A21A-4115-0090-44B9D6B960F2}"/>
                </a:ext>
              </a:extLst>
            </p:cNvPr>
            <p:cNvSpPr/>
            <p:nvPr/>
          </p:nvSpPr>
          <p:spPr>
            <a:xfrm>
              <a:off x="4683095" y="2340053"/>
              <a:ext cx="6511896" cy="828242"/>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p>
          </p:txBody>
        </p:sp>
        <p:grpSp>
          <p:nvGrpSpPr>
            <p:cNvPr id="45" name="组合 44">
              <a:extLst>
                <a:ext uri="{FF2B5EF4-FFF2-40B4-BE49-F238E27FC236}">
                  <a16:creationId xmlns:a16="http://schemas.microsoft.com/office/drawing/2014/main" id="{FE139089-3F28-18D4-9A64-AEE98F9CB37B}"/>
                </a:ext>
              </a:extLst>
            </p:cNvPr>
            <p:cNvGrpSpPr/>
            <p:nvPr/>
          </p:nvGrpSpPr>
          <p:grpSpPr>
            <a:xfrm>
              <a:off x="3764213" y="2340052"/>
              <a:ext cx="7281851" cy="828242"/>
              <a:chOff x="3764213" y="2340052"/>
              <a:chExt cx="7281851" cy="828242"/>
            </a:xfrm>
          </p:grpSpPr>
          <p:sp>
            <p:nvSpPr>
              <p:cNvPr id="46" name="矩形 45">
                <a:extLst>
                  <a:ext uri="{FF2B5EF4-FFF2-40B4-BE49-F238E27FC236}">
                    <a16:creationId xmlns:a16="http://schemas.microsoft.com/office/drawing/2014/main" id="{511EE848-1FC3-70B7-4FC1-5EFDB348BA51}"/>
                  </a:ext>
                </a:extLst>
              </p:cNvPr>
              <p:cNvSpPr/>
              <p:nvPr/>
            </p:nvSpPr>
            <p:spPr>
              <a:xfrm>
                <a:off x="3764213" y="2340052"/>
                <a:ext cx="838368" cy="828242"/>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2">
                        <a:lumMod val="60000"/>
                        <a:lumOff val="40000"/>
                      </a:schemeClr>
                    </a:solidFill>
                    <a:latin typeface="Times New Roman" panose="02020603050405020304" pitchFamily="18" charset="0"/>
                    <a:cs typeface="Times New Roman" panose="02020603050405020304" pitchFamily="18" charset="0"/>
                  </a:rPr>
                  <a:t>01</a:t>
                </a:r>
                <a:endParaRPr lang="zh-CN" altLang="en-US" sz="3200"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025F4790-63A3-B60A-F1A2-5EBE915A93D5}"/>
                  </a:ext>
                </a:extLst>
              </p:cNvPr>
              <p:cNvSpPr txBox="1"/>
              <p:nvPr/>
            </p:nvSpPr>
            <p:spPr>
              <a:xfrm>
                <a:off x="4765435" y="2489134"/>
                <a:ext cx="6280629" cy="584775"/>
              </a:xfrm>
              <a:prstGeom prst="rect">
                <a:avLst/>
              </a:prstGeom>
              <a:noFill/>
            </p:spPr>
            <p:txBody>
              <a:bodyPr wrap="square">
                <a:spAutoFit/>
              </a:bodyPr>
              <a:lstStyle/>
              <a:p>
                <a:r>
                  <a:rPr lang="zh-CN" altLang="en-US" sz="3200" b="1" i="0" dirty="0">
                    <a:solidFill>
                      <a:schemeClr val="bg1"/>
                    </a:solidFill>
                    <a:effectLst/>
                    <a:latin typeface="微软雅黑" panose="020B0503020204020204" pitchFamily="34" charset="-122"/>
                    <a:ea typeface="微软雅黑" panose="020B0503020204020204" pitchFamily="34" charset="-122"/>
                  </a:rPr>
                  <a:t>项目背景介绍</a:t>
                </a:r>
                <a:endParaRPr lang="zh-CN" altLang="en-US" sz="3200" dirty="0">
                  <a:solidFill>
                    <a:schemeClr val="bg1"/>
                  </a:solidFill>
                </a:endParaRPr>
              </a:p>
            </p:txBody>
          </p:sp>
        </p:grpSp>
      </p:grpSp>
    </p:spTree>
    <p:extLst>
      <p:ext uri="{BB962C8B-B14F-4D97-AF65-F5344CB8AC3E}">
        <p14:creationId xmlns:p14="http://schemas.microsoft.com/office/powerpoint/2010/main" val="2236637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50"/>
            <a:ext cx="7905750" cy="76200"/>
          </a:xfrm>
          <a:prstGeom prst="rect">
            <a:avLst/>
          </a:prstGeom>
          <a:solidFill>
            <a:srgbClr val="5B8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8096250" y="885825"/>
            <a:ext cx="4095750" cy="28575"/>
          </a:xfrm>
          <a:prstGeom prst="rect">
            <a:avLst/>
          </a:prstGeom>
          <a:solidFill>
            <a:srgbClr val="9C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pic>
        <p:nvPicPr>
          <p:cNvPr id="4" name="Picture 3" descr="heu_logo_color.png"/>
          <p:cNvPicPr>
            <a:picLocks noChangeAspect="1"/>
          </p:cNvPicPr>
          <p:nvPr/>
        </p:nvPicPr>
        <p:blipFill>
          <a:blip r:embed="rId2"/>
          <a:stretch>
            <a:fillRect/>
          </a:stretch>
        </p:blipFill>
        <p:spPr>
          <a:xfrm>
            <a:off x="9577062" y="158750"/>
            <a:ext cx="2329188" cy="619125"/>
          </a:xfrm>
          <a:prstGeom prst="rect">
            <a:avLst/>
          </a:prstGeom>
        </p:spPr>
      </p:pic>
      <p:sp>
        <p:nvSpPr>
          <p:cNvPr id="5" name="Rectangle 4"/>
          <p:cNvSpPr/>
          <p:nvPr/>
        </p:nvSpPr>
        <p:spPr>
          <a:xfrm>
            <a:off x="0" y="6477000"/>
            <a:ext cx="12192000" cy="19050"/>
          </a:xfrm>
          <a:prstGeom prst="rect">
            <a:avLst/>
          </a:prstGeom>
          <a:solidFill>
            <a:srgbClr val="3E6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6" name="TextBox 5"/>
          <p:cNvSpPr txBox="1"/>
          <p:nvPr/>
        </p:nvSpPr>
        <p:spPr>
          <a:xfrm>
            <a:off x="101481" y="6511806"/>
            <a:ext cx="2087431" cy="369332"/>
          </a:xfrm>
          <a:prstGeom prst="rect">
            <a:avLst/>
          </a:prstGeom>
          <a:noFill/>
        </p:spPr>
        <p:txBody>
          <a:bodyPr wrap="none">
            <a:spAutoFit/>
          </a:bodyPr>
          <a:lstStyle/>
          <a:p>
            <a:pPr>
              <a:defRPr sz="1800">
                <a:solidFill>
                  <a:srgbClr val="1E1E1E"/>
                </a:solidFill>
                <a:latin typeface="KaiTi"/>
              </a:defRPr>
            </a:pPr>
            <a:r>
              <a:rPr dirty="0" err="1">
                <a:solidFill>
                  <a:schemeClr val="tx1">
                    <a:lumMod val="50000"/>
                    <a:lumOff val="50000"/>
                  </a:schemeClr>
                </a:solidFill>
                <a:latin typeface="华文行楷" panose="02010800040101010101" pitchFamily="2" charset="-122"/>
                <a:ea typeface="华文行楷" panose="02010800040101010101" pitchFamily="2" charset="-122"/>
              </a:rPr>
              <a:t>大工至善</a:t>
            </a:r>
            <a:r>
              <a:rPr dirty="0">
                <a:solidFill>
                  <a:schemeClr val="tx1">
                    <a:lumMod val="50000"/>
                    <a:lumOff val="50000"/>
                  </a:schemeClr>
                </a:solidFill>
                <a:latin typeface="华文行楷" panose="02010800040101010101" pitchFamily="2" charset="-122"/>
                <a:ea typeface="华文行楷" panose="02010800040101010101" pitchFamily="2" charset="-122"/>
              </a:rPr>
              <a:t> </a:t>
            </a:r>
            <a:r>
              <a:rPr dirty="0" err="1">
                <a:solidFill>
                  <a:schemeClr val="tx1">
                    <a:lumMod val="50000"/>
                    <a:lumOff val="50000"/>
                  </a:schemeClr>
                </a:solidFill>
                <a:latin typeface="华文行楷" panose="02010800040101010101" pitchFamily="2" charset="-122"/>
                <a:ea typeface="华文行楷" panose="02010800040101010101" pitchFamily="2" charset="-122"/>
              </a:rPr>
              <a:t>大学至真</a:t>
            </a:r>
            <a:endParaRPr dirty="0">
              <a:solidFill>
                <a:schemeClr val="tx1">
                  <a:lumMod val="50000"/>
                  <a:lumOff val="50000"/>
                </a:schemeClr>
              </a:solidFill>
              <a:latin typeface="华文行楷" panose="02010800040101010101" pitchFamily="2" charset="-122"/>
              <a:ea typeface="华文行楷" panose="02010800040101010101" pitchFamily="2" charset="-122"/>
            </a:endParaRPr>
          </a:p>
        </p:txBody>
      </p:sp>
      <p:sp>
        <p:nvSpPr>
          <p:cNvPr id="8" name="灯片编号占位符 7">
            <a:extLst>
              <a:ext uri="{FF2B5EF4-FFF2-40B4-BE49-F238E27FC236}">
                <a16:creationId xmlns:a16="http://schemas.microsoft.com/office/drawing/2014/main" id="{61A63B5F-1803-CEE6-CFFD-0FD917FB93D4}"/>
              </a:ext>
            </a:extLst>
          </p:cNvPr>
          <p:cNvSpPr>
            <a:spLocks noGrp="1"/>
          </p:cNvSpPr>
          <p:nvPr>
            <p:ph type="sldNum" sz="quarter" idx="12"/>
          </p:nvPr>
        </p:nvSpPr>
        <p:spPr>
          <a:xfrm>
            <a:off x="11423769" y="6492875"/>
            <a:ext cx="482481" cy="365125"/>
          </a:xfrm>
        </p:spPr>
        <p:txBody>
          <a:bodyPr/>
          <a:lstStyle/>
          <a:p>
            <a:fld id="{C1FF6DA9-008F-8B48-92A6-B652298478BF}" type="slidenum">
              <a:rPr lang="en-US" sz="1400" smtClean="0">
                <a:latin typeface="Times New Roman" panose="02020603050405020304" pitchFamily="18" charset="0"/>
                <a:cs typeface="Times New Roman" panose="02020603050405020304" pitchFamily="18" charset="0"/>
              </a:rPr>
              <a:t>3</a:t>
            </a:fld>
            <a:endParaRPr lang="en-US" sz="14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25BB7547-B7D2-FFC7-6E35-AEA62638BE25}"/>
              </a:ext>
            </a:extLst>
          </p:cNvPr>
          <p:cNvSpPr txBox="1"/>
          <p:nvPr/>
        </p:nvSpPr>
        <p:spPr>
          <a:xfrm>
            <a:off x="298569" y="1063020"/>
            <a:ext cx="6097424" cy="400110"/>
          </a:xfrm>
          <a:prstGeom prst="rect">
            <a:avLst/>
          </a:prstGeom>
          <a:noFill/>
        </p:spPr>
        <p:txBody>
          <a:bodyPr wrap="square">
            <a:spAutoFit/>
          </a:bodyPr>
          <a:lstStyle/>
          <a:p>
            <a:r>
              <a:rPr lang="zh-CN" altLang="en-US" sz="2000" b="1" i="0" dirty="0">
                <a:solidFill>
                  <a:srgbClr val="000000"/>
                </a:solidFill>
                <a:effectLst/>
                <a:latin typeface="微软雅黑" panose="020B0503020204020204" pitchFamily="34" charset="-122"/>
                <a:ea typeface="微软雅黑" panose="020B0503020204020204" pitchFamily="34" charset="-122"/>
              </a:rPr>
              <a:t>➢ 核心痛点分析</a:t>
            </a:r>
            <a:endParaRPr lang="zh-CN" altLang="en-US" sz="20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75192E0D-C708-D29D-F987-2FF22DC3D3E4}"/>
              </a:ext>
            </a:extLst>
          </p:cNvPr>
          <p:cNvSpPr txBox="1"/>
          <p:nvPr/>
        </p:nvSpPr>
        <p:spPr>
          <a:xfrm>
            <a:off x="298569" y="163534"/>
            <a:ext cx="6097424" cy="584775"/>
          </a:xfrm>
          <a:prstGeom prst="rect">
            <a:avLst/>
          </a:prstGeom>
          <a:noFill/>
        </p:spPr>
        <p:txBody>
          <a:bodyPr wrap="square">
            <a:spAutoFit/>
          </a:bodyPr>
          <a:lstStyle/>
          <a:p>
            <a:pPr algn="l">
              <a:buNone/>
            </a:pPr>
            <a:r>
              <a:rPr lang="en-US" altLang="zh-CN" sz="3200" b="1" i="0" dirty="0">
                <a:solidFill>
                  <a:srgbClr val="4472C4"/>
                </a:solidFill>
                <a:effectLst/>
                <a:latin typeface="微软雅黑" panose="020B0503020204020204" pitchFamily="34" charset="-122"/>
                <a:ea typeface="微软雅黑" panose="020B0503020204020204" pitchFamily="34" charset="-122"/>
              </a:rPr>
              <a:t>01 </a:t>
            </a:r>
            <a:r>
              <a:rPr lang="zh-CN" altLang="en-US" sz="3200" b="1" i="0" dirty="0">
                <a:solidFill>
                  <a:srgbClr val="4472C4"/>
                </a:solidFill>
                <a:effectLst/>
                <a:latin typeface="微软雅黑" panose="020B0503020204020204" pitchFamily="34" charset="-122"/>
                <a:ea typeface="微软雅黑" panose="020B0503020204020204" pitchFamily="34" charset="-122"/>
              </a:rPr>
              <a:t>项目背景介绍</a:t>
            </a:r>
          </a:p>
        </p:txBody>
      </p:sp>
      <p:sp>
        <p:nvSpPr>
          <p:cNvPr id="18" name="文本框 17">
            <a:extLst>
              <a:ext uri="{FF2B5EF4-FFF2-40B4-BE49-F238E27FC236}">
                <a16:creationId xmlns:a16="http://schemas.microsoft.com/office/drawing/2014/main" id="{9A73F0A5-2E93-9FA9-A9AB-DD3986F9422A}"/>
              </a:ext>
            </a:extLst>
          </p:cNvPr>
          <p:cNvSpPr txBox="1"/>
          <p:nvPr/>
        </p:nvSpPr>
        <p:spPr>
          <a:xfrm>
            <a:off x="541056" y="1662123"/>
            <a:ext cx="11365194" cy="1179810"/>
          </a:xfrm>
          <a:prstGeom prst="rect">
            <a:avLst/>
          </a:prstGeom>
          <a:solidFill>
            <a:schemeClr val="accent1">
              <a:lumMod val="20000"/>
              <a:lumOff val="80000"/>
            </a:schemeClr>
          </a:solidFill>
        </p:spPr>
        <p:txBody>
          <a:bodyPr wrap="square">
            <a:spAutoFit/>
          </a:bodyPr>
          <a:lstStyle/>
          <a:p>
            <a:pPr algn="l">
              <a:spcBef>
                <a:spcPts val="375"/>
              </a:spcBef>
              <a:spcAft>
                <a:spcPts val="600"/>
              </a:spcAft>
              <a:buFont typeface="Arial" panose="020B0604020202020204" pitchFamily="34" charset="0"/>
              <a:buChar char="•"/>
            </a:pPr>
            <a:r>
              <a:rPr lang="zh-CN" altLang="en-US" b="0" i="0" dirty="0">
                <a:solidFill>
                  <a:srgbClr val="000000"/>
                </a:solidFill>
                <a:effectLst/>
                <a:latin typeface="微软雅黑" panose="020B0503020204020204" pitchFamily="34" charset="-122"/>
                <a:ea typeface="微软雅黑" panose="020B0503020204020204" pitchFamily="34" charset="-122"/>
              </a:rPr>
              <a:t>现有方案的局限性较高</a:t>
            </a:r>
          </a:p>
          <a:p>
            <a:pPr algn="l">
              <a:spcBef>
                <a:spcPts val="375"/>
              </a:spcBef>
              <a:spcAft>
                <a:spcPts val="600"/>
              </a:spcAft>
              <a:buFont typeface="Arial" panose="020B0604020202020204" pitchFamily="34" charset="0"/>
              <a:buChar char="•"/>
            </a:pPr>
            <a:r>
              <a:rPr lang="zh-CN" altLang="en-US" b="0" i="0" dirty="0">
                <a:solidFill>
                  <a:srgbClr val="000000"/>
                </a:solidFill>
                <a:effectLst/>
                <a:latin typeface="微软雅黑" panose="020B0503020204020204" pitchFamily="34" charset="-122"/>
                <a:ea typeface="微软雅黑" panose="020B0503020204020204" pitchFamily="34" charset="-122"/>
              </a:rPr>
              <a:t>用户对高颜值 </a:t>
            </a:r>
            <a:r>
              <a:rPr lang="en-US" altLang="zh-CN" b="0" i="0" dirty="0">
                <a:solidFill>
                  <a:srgbClr val="000000"/>
                </a:solidFill>
                <a:effectLst/>
                <a:latin typeface="微软雅黑" panose="020B0503020204020204" pitchFamily="34" charset="-122"/>
                <a:ea typeface="微软雅黑" panose="020B0503020204020204" pitchFamily="34" charset="-122"/>
              </a:rPr>
              <a:t>PPT </a:t>
            </a:r>
            <a:r>
              <a:rPr lang="zh-CN" altLang="en-US" b="0" i="0" dirty="0">
                <a:solidFill>
                  <a:srgbClr val="000000"/>
                </a:solidFill>
                <a:effectLst/>
                <a:latin typeface="微软雅黑" panose="020B0503020204020204" pitchFamily="34" charset="-122"/>
                <a:ea typeface="微软雅黑" panose="020B0503020204020204" pitchFamily="34" charset="-122"/>
              </a:rPr>
              <a:t>的需求日益增长</a:t>
            </a:r>
          </a:p>
          <a:p>
            <a:pPr algn="l">
              <a:spcBef>
                <a:spcPts val="375"/>
              </a:spcBef>
              <a:spcAft>
                <a:spcPts val="600"/>
              </a:spcAft>
              <a:buFont typeface="Arial" panose="020B0604020202020204" pitchFamily="34" charset="0"/>
              <a:buChar char="•"/>
            </a:pPr>
            <a:r>
              <a:rPr lang="en-US" altLang="zh-CN" b="0" i="0" dirty="0">
                <a:solidFill>
                  <a:srgbClr val="000000"/>
                </a:solidFill>
                <a:effectLst/>
                <a:latin typeface="微软雅黑" panose="020B0503020204020204" pitchFamily="34" charset="-122"/>
                <a:ea typeface="微软雅黑" panose="020B0503020204020204" pitchFamily="34" charset="-122"/>
              </a:rPr>
              <a:t>Marp </a:t>
            </a:r>
            <a:r>
              <a:rPr lang="zh-CN" altLang="en-US" b="0" i="0" dirty="0">
                <a:solidFill>
                  <a:srgbClr val="000000"/>
                </a:solidFill>
                <a:effectLst/>
                <a:latin typeface="微软雅黑" panose="020B0503020204020204" pitchFamily="34" charset="-122"/>
                <a:ea typeface="微软雅黑" panose="020B0503020204020204" pitchFamily="34" charset="-122"/>
              </a:rPr>
              <a:t>原生导出的 </a:t>
            </a:r>
            <a:r>
              <a:rPr lang="en-US" altLang="zh-CN" b="0" i="0" dirty="0">
                <a:solidFill>
                  <a:srgbClr val="000000"/>
                </a:solidFill>
                <a:effectLst/>
                <a:latin typeface="微软雅黑" panose="020B0503020204020204" pitchFamily="34" charset="-122"/>
                <a:ea typeface="微软雅黑" panose="020B0503020204020204" pitchFamily="34" charset="-122"/>
              </a:rPr>
              <a:t>PPTX </a:t>
            </a:r>
            <a:r>
              <a:rPr lang="zh-CN" altLang="en-US" b="0" i="0" dirty="0">
                <a:solidFill>
                  <a:srgbClr val="000000"/>
                </a:solidFill>
                <a:effectLst/>
                <a:latin typeface="微软雅黑" panose="020B0503020204020204" pitchFamily="34" charset="-122"/>
                <a:ea typeface="微软雅黑" panose="020B0503020204020204" pitchFamily="34" charset="-122"/>
              </a:rPr>
              <a:t>无法二次编辑</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398DD-0413-08CD-0892-08F8779006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0B4B37-89CA-B572-F5A3-9D8B1F42D0CB}"/>
              </a:ext>
            </a:extLst>
          </p:cNvPr>
          <p:cNvSpPr/>
          <p:nvPr/>
        </p:nvSpPr>
        <p:spPr>
          <a:xfrm>
            <a:off x="0" y="857250"/>
            <a:ext cx="7905750" cy="76200"/>
          </a:xfrm>
          <a:prstGeom prst="rect">
            <a:avLst/>
          </a:prstGeom>
          <a:solidFill>
            <a:srgbClr val="5B8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a:extLst>
              <a:ext uri="{FF2B5EF4-FFF2-40B4-BE49-F238E27FC236}">
                <a16:creationId xmlns:a16="http://schemas.microsoft.com/office/drawing/2014/main" id="{1A837AD4-F164-52E7-7E9C-B52E653A31AA}"/>
              </a:ext>
            </a:extLst>
          </p:cNvPr>
          <p:cNvSpPr/>
          <p:nvPr/>
        </p:nvSpPr>
        <p:spPr>
          <a:xfrm>
            <a:off x="8096250" y="885825"/>
            <a:ext cx="4095750" cy="28575"/>
          </a:xfrm>
          <a:prstGeom prst="rect">
            <a:avLst/>
          </a:prstGeom>
          <a:solidFill>
            <a:srgbClr val="9C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pic>
        <p:nvPicPr>
          <p:cNvPr id="4" name="Picture 3" descr="heu_logo_color.png">
            <a:extLst>
              <a:ext uri="{FF2B5EF4-FFF2-40B4-BE49-F238E27FC236}">
                <a16:creationId xmlns:a16="http://schemas.microsoft.com/office/drawing/2014/main" id="{7C5B9553-0CB4-285C-EBEB-7A36975E110F}"/>
              </a:ext>
            </a:extLst>
          </p:cNvPr>
          <p:cNvPicPr>
            <a:picLocks noChangeAspect="1"/>
          </p:cNvPicPr>
          <p:nvPr/>
        </p:nvPicPr>
        <p:blipFill>
          <a:blip r:embed="rId2"/>
          <a:stretch>
            <a:fillRect/>
          </a:stretch>
        </p:blipFill>
        <p:spPr>
          <a:xfrm>
            <a:off x="9577062" y="158750"/>
            <a:ext cx="2329188" cy="619125"/>
          </a:xfrm>
          <a:prstGeom prst="rect">
            <a:avLst/>
          </a:prstGeom>
        </p:spPr>
      </p:pic>
      <p:sp>
        <p:nvSpPr>
          <p:cNvPr id="5" name="Rectangle 4">
            <a:extLst>
              <a:ext uri="{FF2B5EF4-FFF2-40B4-BE49-F238E27FC236}">
                <a16:creationId xmlns:a16="http://schemas.microsoft.com/office/drawing/2014/main" id="{1E060189-086B-6DC5-66EF-28A9DB3431E4}"/>
              </a:ext>
            </a:extLst>
          </p:cNvPr>
          <p:cNvSpPr/>
          <p:nvPr/>
        </p:nvSpPr>
        <p:spPr>
          <a:xfrm>
            <a:off x="0" y="6477000"/>
            <a:ext cx="12192000" cy="19050"/>
          </a:xfrm>
          <a:prstGeom prst="rect">
            <a:avLst/>
          </a:prstGeom>
          <a:solidFill>
            <a:srgbClr val="3E6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6" name="TextBox 5">
            <a:extLst>
              <a:ext uri="{FF2B5EF4-FFF2-40B4-BE49-F238E27FC236}">
                <a16:creationId xmlns:a16="http://schemas.microsoft.com/office/drawing/2014/main" id="{F09889FD-73A1-C393-4184-C626E5A42A2A}"/>
              </a:ext>
            </a:extLst>
          </p:cNvPr>
          <p:cNvSpPr txBox="1"/>
          <p:nvPr/>
        </p:nvSpPr>
        <p:spPr>
          <a:xfrm>
            <a:off x="101481" y="6511806"/>
            <a:ext cx="2087431" cy="369332"/>
          </a:xfrm>
          <a:prstGeom prst="rect">
            <a:avLst/>
          </a:prstGeom>
          <a:noFill/>
        </p:spPr>
        <p:txBody>
          <a:bodyPr wrap="none">
            <a:spAutoFit/>
          </a:bodyPr>
          <a:lstStyle/>
          <a:p>
            <a:pPr>
              <a:defRPr sz="1800">
                <a:solidFill>
                  <a:srgbClr val="1E1E1E"/>
                </a:solidFill>
                <a:latin typeface="KaiTi"/>
              </a:defRPr>
            </a:pPr>
            <a:r>
              <a:rPr dirty="0" err="1">
                <a:solidFill>
                  <a:schemeClr val="tx1">
                    <a:lumMod val="50000"/>
                    <a:lumOff val="50000"/>
                  </a:schemeClr>
                </a:solidFill>
                <a:latin typeface="华文行楷" panose="02010800040101010101" pitchFamily="2" charset="-122"/>
                <a:ea typeface="华文行楷" panose="02010800040101010101" pitchFamily="2" charset="-122"/>
              </a:rPr>
              <a:t>大工至善</a:t>
            </a:r>
            <a:r>
              <a:rPr dirty="0">
                <a:solidFill>
                  <a:schemeClr val="tx1">
                    <a:lumMod val="50000"/>
                    <a:lumOff val="50000"/>
                  </a:schemeClr>
                </a:solidFill>
                <a:latin typeface="华文行楷" panose="02010800040101010101" pitchFamily="2" charset="-122"/>
                <a:ea typeface="华文行楷" panose="02010800040101010101" pitchFamily="2" charset="-122"/>
              </a:rPr>
              <a:t> </a:t>
            </a:r>
            <a:r>
              <a:rPr dirty="0" err="1">
                <a:solidFill>
                  <a:schemeClr val="tx1">
                    <a:lumMod val="50000"/>
                    <a:lumOff val="50000"/>
                  </a:schemeClr>
                </a:solidFill>
                <a:latin typeface="华文行楷" panose="02010800040101010101" pitchFamily="2" charset="-122"/>
                <a:ea typeface="华文行楷" panose="02010800040101010101" pitchFamily="2" charset="-122"/>
              </a:rPr>
              <a:t>大学至真</a:t>
            </a:r>
            <a:endParaRPr dirty="0">
              <a:solidFill>
                <a:schemeClr val="tx1">
                  <a:lumMod val="50000"/>
                  <a:lumOff val="50000"/>
                </a:schemeClr>
              </a:solidFill>
              <a:latin typeface="华文行楷" panose="02010800040101010101" pitchFamily="2" charset="-122"/>
              <a:ea typeface="华文行楷" panose="02010800040101010101" pitchFamily="2" charset="-122"/>
            </a:endParaRPr>
          </a:p>
        </p:txBody>
      </p:sp>
      <p:sp>
        <p:nvSpPr>
          <p:cNvPr id="8" name="灯片编号占位符 7">
            <a:extLst>
              <a:ext uri="{FF2B5EF4-FFF2-40B4-BE49-F238E27FC236}">
                <a16:creationId xmlns:a16="http://schemas.microsoft.com/office/drawing/2014/main" id="{1ED2E9DD-10A2-28BF-930A-5EC679C5E0C1}"/>
              </a:ext>
            </a:extLst>
          </p:cNvPr>
          <p:cNvSpPr>
            <a:spLocks noGrp="1"/>
          </p:cNvSpPr>
          <p:nvPr>
            <p:ph type="sldNum" sz="quarter" idx="12"/>
          </p:nvPr>
        </p:nvSpPr>
        <p:spPr>
          <a:xfrm>
            <a:off x="11423769" y="6492875"/>
            <a:ext cx="482481" cy="365125"/>
          </a:xfrm>
        </p:spPr>
        <p:txBody>
          <a:bodyPr/>
          <a:lstStyle/>
          <a:p>
            <a:fld id="{C1FF6DA9-008F-8B48-92A6-B652298478BF}" type="slidenum">
              <a:rPr lang="en-US" sz="1400" smtClean="0">
                <a:latin typeface="Times New Roman" panose="02020603050405020304" pitchFamily="18" charset="0"/>
                <a:cs typeface="Times New Roman" panose="02020603050405020304" pitchFamily="18" charset="0"/>
              </a:rPr>
              <a:t>4</a:t>
            </a:fld>
            <a:endParaRPr lang="en-US" sz="14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1D580B29-009C-BE58-0380-C7078B948620}"/>
              </a:ext>
            </a:extLst>
          </p:cNvPr>
          <p:cNvSpPr txBox="1"/>
          <p:nvPr/>
        </p:nvSpPr>
        <p:spPr>
          <a:xfrm>
            <a:off x="298569" y="1063020"/>
            <a:ext cx="6097424" cy="400110"/>
          </a:xfrm>
          <a:prstGeom prst="rect">
            <a:avLst/>
          </a:prstGeom>
          <a:noFill/>
        </p:spPr>
        <p:txBody>
          <a:bodyPr wrap="square">
            <a:spAutoFit/>
          </a:bodyPr>
          <a:lstStyle/>
          <a:p>
            <a:r>
              <a:rPr lang="zh-CN" altLang="en-US" sz="2000" b="1" i="0" dirty="0">
                <a:solidFill>
                  <a:srgbClr val="000000"/>
                </a:solidFill>
                <a:effectLst/>
                <a:latin typeface="微软雅黑" panose="020B0503020204020204" pitchFamily="34" charset="-122"/>
                <a:ea typeface="微软雅黑" panose="020B0503020204020204" pitchFamily="34" charset="-122"/>
              </a:rPr>
              <a:t>➢ 核心痛点分析</a:t>
            </a:r>
            <a:endParaRPr lang="zh-CN" altLang="en-US" sz="20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0CD1CFB1-2B90-1AFD-F68C-4F76FB271773}"/>
              </a:ext>
            </a:extLst>
          </p:cNvPr>
          <p:cNvSpPr txBox="1"/>
          <p:nvPr/>
        </p:nvSpPr>
        <p:spPr>
          <a:xfrm>
            <a:off x="298569" y="163534"/>
            <a:ext cx="6097424" cy="584775"/>
          </a:xfrm>
          <a:prstGeom prst="rect">
            <a:avLst/>
          </a:prstGeom>
          <a:noFill/>
        </p:spPr>
        <p:txBody>
          <a:bodyPr wrap="square">
            <a:spAutoFit/>
          </a:bodyPr>
          <a:lstStyle/>
          <a:p>
            <a:pPr algn="l">
              <a:buNone/>
            </a:pPr>
            <a:r>
              <a:rPr lang="en-US" altLang="zh-CN" sz="3200" b="1" i="0" dirty="0">
                <a:solidFill>
                  <a:srgbClr val="4472C4"/>
                </a:solidFill>
                <a:effectLst/>
                <a:latin typeface="微软雅黑" panose="020B0503020204020204" pitchFamily="34" charset="-122"/>
                <a:ea typeface="微软雅黑" panose="020B0503020204020204" pitchFamily="34" charset="-122"/>
              </a:rPr>
              <a:t>02 </a:t>
            </a:r>
            <a:r>
              <a:rPr lang="zh-CN" altLang="en-US" sz="3200" b="1" i="0" dirty="0">
                <a:solidFill>
                  <a:srgbClr val="4472C4"/>
                </a:solidFill>
                <a:effectLst/>
                <a:latin typeface="微软雅黑" panose="020B0503020204020204" pitchFamily="34" charset="-122"/>
                <a:ea typeface="微软雅黑" panose="020B0503020204020204" pitchFamily="34" charset="-122"/>
              </a:rPr>
              <a:t>项目背景介绍</a:t>
            </a:r>
          </a:p>
        </p:txBody>
      </p:sp>
      <p:sp>
        <p:nvSpPr>
          <p:cNvPr id="18" name="文本框 17">
            <a:extLst>
              <a:ext uri="{FF2B5EF4-FFF2-40B4-BE49-F238E27FC236}">
                <a16:creationId xmlns:a16="http://schemas.microsoft.com/office/drawing/2014/main" id="{DC6CEBD1-60DA-F249-3AE3-882EF787C004}"/>
              </a:ext>
            </a:extLst>
          </p:cNvPr>
          <p:cNvSpPr txBox="1"/>
          <p:nvPr/>
        </p:nvSpPr>
        <p:spPr>
          <a:xfrm>
            <a:off x="541056" y="1662123"/>
            <a:ext cx="11365194" cy="707886"/>
          </a:xfrm>
          <a:prstGeom prst="rect">
            <a:avLst/>
          </a:prstGeom>
          <a:noFill/>
          <a:ln w="28575">
            <a:solidFill>
              <a:schemeClr val="tx2">
                <a:lumMod val="40000"/>
                <a:lumOff val="60000"/>
              </a:schemeClr>
            </a:solidFill>
            <a:prstDash val="dash"/>
          </a:ln>
        </p:spPr>
        <p:txBody>
          <a:bodyPr wrap="square">
            <a:spAutoFit/>
          </a:bodyPr>
          <a:lstStyle/>
          <a:p>
            <a:pPr>
              <a:spcBef>
                <a:spcPts val="375"/>
              </a:spcBef>
              <a:spcAft>
                <a:spcPts val="600"/>
              </a:spcAft>
            </a:pPr>
            <a:r>
              <a:rPr lang="en-US" altLang="zh-CN" sz="2000" b="0" i="0" dirty="0">
                <a:solidFill>
                  <a:srgbClr val="FF0000"/>
                </a:solidFill>
                <a:effectLst/>
                <a:latin typeface="微软雅黑" panose="020B0503020204020204" pitchFamily="34" charset="-122"/>
                <a:ea typeface="微软雅黑" panose="020B0503020204020204" pitchFamily="34" charset="-122"/>
              </a:rPr>
              <a:t>*HIGHLIGHT</a:t>
            </a:r>
            <a:r>
              <a:rPr lang="zh-CN" altLang="en-US" sz="2000" dirty="0">
                <a:latin typeface="微软雅黑" panose="020B0503020204020204" pitchFamily="34" charset="-122"/>
                <a:ea typeface="微软雅黑" panose="020B0503020204020204" pitchFamily="34" charset="-122"/>
              </a:rPr>
              <a:t>长文字长文字长文字长文字长文字长文字长文字长文字长文字长文字长文字长文字长文字长文字长文字长文字长文字长文字长文字长文字长文字长文字长文字长文字</a:t>
            </a:r>
            <a:endParaRPr lang="zh-CN" altLang="en-US" sz="2000" b="0" i="0" dirty="0">
              <a:effectLst/>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9A229E7-E0ED-D5A6-B6B4-8A9DAD7AEFC5}"/>
              </a:ext>
            </a:extLst>
          </p:cNvPr>
          <p:cNvSpPr txBox="1"/>
          <p:nvPr/>
        </p:nvSpPr>
        <p:spPr>
          <a:xfrm>
            <a:off x="541056" y="2534940"/>
            <a:ext cx="11365194" cy="1179810"/>
          </a:xfrm>
          <a:prstGeom prst="rect">
            <a:avLst/>
          </a:prstGeom>
          <a:solidFill>
            <a:schemeClr val="accent1">
              <a:lumMod val="20000"/>
              <a:lumOff val="80000"/>
            </a:schemeClr>
          </a:solidFill>
        </p:spPr>
        <p:txBody>
          <a:bodyPr wrap="square">
            <a:spAutoFit/>
          </a:bodyPr>
          <a:lstStyle/>
          <a:p>
            <a:pPr algn="l">
              <a:spcBef>
                <a:spcPts val="375"/>
              </a:spcBef>
              <a:spcAft>
                <a:spcPts val="600"/>
              </a:spcAft>
              <a:buFont typeface="Arial" panose="020B0604020202020204" pitchFamily="34" charset="0"/>
              <a:buChar char="•"/>
            </a:pPr>
            <a:r>
              <a:rPr lang="zh-CN" altLang="en-US" b="0" i="0" dirty="0">
                <a:solidFill>
                  <a:srgbClr val="000000"/>
                </a:solidFill>
                <a:effectLst/>
                <a:latin typeface="微软雅黑" panose="020B0503020204020204" pitchFamily="34" charset="-122"/>
                <a:ea typeface="微软雅黑" panose="020B0503020204020204" pitchFamily="34" charset="-122"/>
              </a:rPr>
              <a:t>现有方案的局限性较高</a:t>
            </a:r>
          </a:p>
          <a:p>
            <a:pPr algn="l">
              <a:spcBef>
                <a:spcPts val="375"/>
              </a:spcBef>
              <a:spcAft>
                <a:spcPts val="600"/>
              </a:spcAft>
              <a:buFont typeface="Arial" panose="020B0604020202020204" pitchFamily="34" charset="0"/>
              <a:buChar char="•"/>
            </a:pPr>
            <a:r>
              <a:rPr lang="zh-CN" altLang="en-US" b="0" i="0" dirty="0">
                <a:solidFill>
                  <a:srgbClr val="000000"/>
                </a:solidFill>
                <a:effectLst/>
                <a:latin typeface="微软雅黑" panose="020B0503020204020204" pitchFamily="34" charset="-122"/>
                <a:ea typeface="微软雅黑" panose="020B0503020204020204" pitchFamily="34" charset="-122"/>
              </a:rPr>
              <a:t>用户对高颜值 </a:t>
            </a:r>
            <a:r>
              <a:rPr lang="en-US" altLang="zh-CN" b="0" i="0" dirty="0">
                <a:solidFill>
                  <a:srgbClr val="000000"/>
                </a:solidFill>
                <a:effectLst/>
                <a:latin typeface="微软雅黑" panose="020B0503020204020204" pitchFamily="34" charset="-122"/>
                <a:ea typeface="微软雅黑" panose="020B0503020204020204" pitchFamily="34" charset="-122"/>
              </a:rPr>
              <a:t>PPT </a:t>
            </a:r>
            <a:r>
              <a:rPr lang="zh-CN" altLang="en-US" b="0" i="0" dirty="0">
                <a:solidFill>
                  <a:srgbClr val="000000"/>
                </a:solidFill>
                <a:effectLst/>
                <a:latin typeface="微软雅黑" panose="020B0503020204020204" pitchFamily="34" charset="-122"/>
                <a:ea typeface="微软雅黑" panose="020B0503020204020204" pitchFamily="34" charset="-122"/>
              </a:rPr>
              <a:t>的需求日益增长</a:t>
            </a:r>
          </a:p>
          <a:p>
            <a:pPr algn="l">
              <a:spcBef>
                <a:spcPts val="375"/>
              </a:spcBef>
              <a:spcAft>
                <a:spcPts val="600"/>
              </a:spcAft>
              <a:buFont typeface="Arial" panose="020B0604020202020204" pitchFamily="34" charset="0"/>
              <a:buChar char="•"/>
            </a:pPr>
            <a:r>
              <a:rPr lang="en-US" altLang="zh-CN" b="0" i="0" dirty="0">
                <a:solidFill>
                  <a:srgbClr val="000000"/>
                </a:solidFill>
                <a:effectLst/>
                <a:latin typeface="微软雅黑" panose="020B0503020204020204" pitchFamily="34" charset="-122"/>
                <a:ea typeface="微软雅黑" panose="020B0503020204020204" pitchFamily="34" charset="-122"/>
              </a:rPr>
              <a:t>Marp </a:t>
            </a:r>
            <a:r>
              <a:rPr lang="zh-CN" altLang="en-US" b="0" i="0" dirty="0">
                <a:solidFill>
                  <a:srgbClr val="000000"/>
                </a:solidFill>
                <a:effectLst/>
                <a:latin typeface="微软雅黑" panose="020B0503020204020204" pitchFamily="34" charset="-122"/>
                <a:ea typeface="微软雅黑" panose="020B0503020204020204" pitchFamily="34" charset="-122"/>
              </a:rPr>
              <a:t>原生导出的 </a:t>
            </a:r>
            <a:r>
              <a:rPr lang="en-US" altLang="zh-CN" b="0" i="0" dirty="0">
                <a:solidFill>
                  <a:srgbClr val="000000"/>
                </a:solidFill>
                <a:effectLst/>
                <a:latin typeface="微软雅黑" panose="020B0503020204020204" pitchFamily="34" charset="-122"/>
                <a:ea typeface="微软雅黑" panose="020B0503020204020204" pitchFamily="34" charset="-122"/>
              </a:rPr>
              <a:t>PPTX </a:t>
            </a:r>
            <a:r>
              <a:rPr lang="zh-CN" altLang="en-US" b="0" i="0" dirty="0">
                <a:solidFill>
                  <a:srgbClr val="000000"/>
                </a:solidFill>
                <a:effectLst/>
                <a:latin typeface="微软雅黑" panose="020B0503020204020204" pitchFamily="34" charset="-122"/>
                <a:ea typeface="微软雅黑" panose="020B0503020204020204" pitchFamily="34" charset="-122"/>
              </a:rPr>
              <a:t>无法二次编辑</a:t>
            </a:r>
          </a:p>
        </p:txBody>
      </p:sp>
    </p:spTree>
    <p:extLst>
      <p:ext uri="{BB962C8B-B14F-4D97-AF65-F5344CB8AC3E}">
        <p14:creationId xmlns:p14="http://schemas.microsoft.com/office/powerpoint/2010/main" val="3362170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66A19AAD-1CDF-4899-8D9B-772D397CF09A}"/>
              </a:ext>
            </a:extLst>
          </p:cNvPr>
          <p:cNvSpPr txBox="1"/>
          <p:nvPr/>
        </p:nvSpPr>
        <p:spPr>
          <a:xfrm>
            <a:off x="2170700" y="2395120"/>
            <a:ext cx="9758680" cy="1323439"/>
          </a:xfrm>
          <a:prstGeom prst="rect">
            <a:avLst/>
          </a:prstGeom>
          <a:noFill/>
        </p:spPr>
        <p:txBody>
          <a:bodyPr wrap="square" rtlCol="0">
            <a:spAutoFit/>
          </a:bodyPr>
          <a:lstStyle/>
          <a:p>
            <a:pPr algn="ctr"/>
            <a:r>
              <a:rPr lang="en-US" altLang="zh-CN" sz="8000" dirty="0">
                <a:gradFill>
                  <a:gsLst>
                    <a:gs pos="0">
                      <a:schemeClr val="accent1"/>
                    </a:gs>
                    <a:gs pos="100000">
                      <a:schemeClr val="bg1">
                        <a:alpha val="0"/>
                      </a:schemeClr>
                    </a:gs>
                  </a:gsLst>
                  <a:lin ang="5400000" scaled="1"/>
                </a:gradFill>
                <a:latin typeface="Impact" panose="020B0806030902050204" pitchFamily="34" charset="0"/>
              </a:rPr>
              <a:t>THANKS FOR LISTENING</a:t>
            </a:r>
            <a:endParaRPr lang="zh-CN" altLang="en-US" sz="8000" dirty="0">
              <a:gradFill>
                <a:gsLst>
                  <a:gs pos="0">
                    <a:schemeClr val="accent1"/>
                  </a:gs>
                  <a:gs pos="100000">
                    <a:schemeClr val="bg1">
                      <a:alpha val="0"/>
                    </a:schemeClr>
                  </a:gs>
                </a:gsLst>
                <a:lin ang="5400000" scaled="1"/>
              </a:gradFill>
              <a:latin typeface="Impact" panose="020B0806030902050204" pitchFamily="34" charset="0"/>
            </a:endParaRPr>
          </a:p>
        </p:txBody>
      </p:sp>
      <p:sp>
        <p:nvSpPr>
          <p:cNvPr id="8" name="标题 1">
            <a:extLst>
              <a:ext uri="{FF2B5EF4-FFF2-40B4-BE49-F238E27FC236}">
                <a16:creationId xmlns:a16="http://schemas.microsoft.com/office/drawing/2014/main" id="{ABB4B086-4071-4C4C-9FF8-B987D7306B9B}"/>
              </a:ext>
            </a:extLst>
          </p:cNvPr>
          <p:cNvSpPr txBox="1">
            <a:spLocks/>
          </p:cNvSpPr>
          <p:nvPr/>
        </p:nvSpPr>
        <p:spPr>
          <a:xfrm>
            <a:off x="3069349" y="3056840"/>
            <a:ext cx="8186902" cy="833759"/>
          </a:xfrm>
          <a:prstGeom prst="rect">
            <a:avLst/>
          </a:prstGeom>
        </p:spPr>
        <p:txBody>
          <a:bodyPr lIns="0" rIns="0" bIns="0" anchor="b" anchorCtr="0">
            <a:normAutofit/>
          </a:bodyPr>
          <a:lstStyle>
            <a:lvl1pPr algn="ctr" defTabSz="914400" rtl="0" eaLnBrk="1" latinLnBrk="0" hangingPunct="1">
              <a:lnSpc>
                <a:spcPct val="90000"/>
              </a:lnSpc>
              <a:spcBef>
                <a:spcPct val="0"/>
              </a:spcBef>
              <a:buNone/>
              <a:defRPr lang="zh-CN" altLang="en-US" sz="4400" b="1" kern="1200" dirty="0">
                <a:solidFill>
                  <a:schemeClr val="tx1">
                    <a:lumMod val="95000"/>
                    <a:lumOff val="5000"/>
                  </a:schemeClr>
                </a:solidFill>
                <a:latin typeface="+mj-lt"/>
                <a:ea typeface="+mj-ea"/>
                <a:cs typeface="+mj-cs"/>
              </a:defRPr>
            </a:lvl1pPr>
          </a:lstStyle>
          <a:p>
            <a:r>
              <a:rPr lang="zh-CN" altLang="en-US" dirty="0">
                <a:solidFill>
                  <a:srgbClr val="000000">
                    <a:lumMod val="95000"/>
                    <a:lumOff val="5000"/>
                  </a:srgbClr>
                </a:solidFill>
                <a:latin typeface="Segoe UI"/>
                <a:ea typeface="微软雅黑"/>
              </a:rPr>
              <a:t>请各位老师批评指正</a:t>
            </a:r>
            <a:r>
              <a:rPr lang="en-US" altLang="zh-CN" dirty="0">
                <a:solidFill>
                  <a:srgbClr val="000000">
                    <a:lumMod val="95000"/>
                    <a:lumOff val="5000"/>
                  </a:srgbClr>
                </a:solidFill>
                <a:latin typeface="Segoe UI"/>
                <a:ea typeface="微软雅黑"/>
              </a:rPr>
              <a:t>!</a:t>
            </a:r>
            <a:endParaRPr lang="zh-CN" altLang="en-US" dirty="0"/>
          </a:p>
        </p:txBody>
      </p:sp>
    </p:spTree>
    <p:extLst>
      <p:ext uri="{BB962C8B-B14F-4D97-AF65-F5344CB8AC3E}">
        <p14:creationId xmlns:p14="http://schemas.microsoft.com/office/powerpoint/2010/main" val="2931844051"/>
      </p:ext>
    </p:extLst>
  </p:cSld>
  <p:clrMapOvr>
    <a:masterClrMapping/>
  </p:clrMapOvr>
  <mc:AlternateContent xmlns:mc="http://schemas.openxmlformats.org/markup-compatibility/2006" xmlns:p14="http://schemas.microsoft.com/office/powerpoint/2010/main">
    <mc:Choice Requires="p14">
      <p:transition spd="slow" p14:dur="2000" advTm="7305"/>
    </mc:Choice>
    <mc:Fallback xmlns="">
      <p:transition spd="slow" advTm="7305"/>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174</Words>
  <Application>Microsoft Office PowerPoint</Application>
  <PresentationFormat>宽屏</PresentationFormat>
  <Paragraphs>35</Paragraphs>
  <Slides>5</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等线</vt:lpstr>
      <vt:lpstr>华文行楷</vt:lpstr>
      <vt:lpstr>微软雅黑</vt:lpstr>
      <vt:lpstr>Arial</vt:lpstr>
      <vt:lpstr>Calibri</vt:lpstr>
      <vt:lpstr>Impact</vt:lpstr>
      <vt:lpstr>Segoe UI</vt:lpstr>
      <vt:lpstr>Times New Roman</vt:lpstr>
      <vt:lpstr>Office Theme</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Ipin Zhu</cp:lastModifiedBy>
  <cp:revision>19</cp:revision>
  <dcterms:created xsi:type="dcterms:W3CDTF">2013-01-27T09:14:16Z</dcterms:created>
  <dcterms:modified xsi:type="dcterms:W3CDTF">2026-05-28T11:07:28Z</dcterms:modified>
  <cp:category/>
</cp:coreProperties>
</file>